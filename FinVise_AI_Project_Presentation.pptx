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824"/>
          </a:solidFill>
          <a:ln>
            <a:solidFill>
              <a:srgbClr val="0D3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CD34D"/>
                </a:solidFill>
              </a:defRPr>
            </a:pPr>
            <a:r>
              <a:t>AI-POWERED FINANCIAL PLANNING ASSISTANT • MADE FOR INDIA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Personal Finance Advisor Bot</a:t>
            </a:r>
          </a:p>
          <a:p>
            <a:pPr>
              <a:defRPr sz="1600">
                <a:solidFill>
                  <a:srgbClr val="C8E1D4"/>
                </a:solidFill>
              </a:defRPr>
            </a:pPr>
            <a:r>
              <a:t>A full-stack, responsive platform with AI-driven budget generation, 50-30-20 rule check, SIP wealth growth simulator, and instant monthly financial reporting.</a:t>
            </a:r>
          </a:p>
          <a:p>
            <a:pPr>
              <a:defRPr sz="1200">
                <a:solidFill>
                  <a:srgbClr val="A0C3AF"/>
                </a:solidFill>
              </a:defRPr>
            </a:pPr>
            <a:r>
              <a:t>Live Hosted Project: quiet-stardust-eacb3c.netlify.app | GitHub: tarunchavan2501-source/finvise-ai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Project Overview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The Core Problem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Personal money tracking in India is fragmented across manual notes and banking apps.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Lack of actionable category-wise expense ceiling awareness.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Discretionary leaks through UPI micro-spends (Swiggy, Zomato, online shopping).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Absence of proactive, personalized savings and SIP investment guidance.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Complex financial jargon that intimidates young earners and household managers.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The FinVise AI Solution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Centralized digital money dashboard built specifically for Indian financial habits.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Real-time expense categorization across 6 core Indian spending categories.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Automated 50-30-20 rule check with instant Financial Health Score out of 100.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Intelligent AI advice engine delivering actionable suggestions and spending ceilings.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Privacy-by-design architecture: Zero login required; data stays on user's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TARGET AUDIENCE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Supported User Personas &amp;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24"/>
                </a:solidFill>
              </a:defRPr>
            </a:pPr>
            <a:r>
              <a:t>Salaried Professional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</a:defRPr>
            </a:pPr>
            <a:r>
              <a:t>Rs. 85,000/mo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Regular salary with fixed rent/EMI commitments.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Tracks daily UPI spends across food and transport.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Identifies category leaks and builds SIP allocation.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24"/>
                </a:solidFill>
              </a:defRPr>
            </a:pPr>
            <a:r>
              <a:t>College Student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</a:defRPr>
            </a:pPr>
            <a:r>
              <a:t>Rs. 15,000/mo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Limited monthly allowance with tight margins.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Separates mess/hostel costs from weekend fun.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Encourages early Rs. 500 micro-investing habit.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24"/>
                </a:solidFill>
              </a:defRPr>
            </a:pPr>
            <a:r>
              <a:t>Freelancer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</a:defRPr>
            </a:pPr>
            <a:r>
              <a:t>Rs. 60,000/mo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Fluctuating earnings from multiple clients.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Calculates liquid 6-month emergency buffer.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Sets aside quarterly advance tax reserve.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3824"/>
                </a:solidFill>
              </a:defRPr>
            </a:pPr>
            <a:r>
              <a:t>Household Manager</a:t>
            </a:r>
          </a:p>
          <a:p>
            <a:pPr>
              <a:spcBef>
                <a:spcPts val="400"/>
              </a:spcBef>
              <a:defRPr sz="1300" b="1">
                <a:solidFill>
                  <a:srgbClr val="EA580C"/>
                </a:solidFill>
              </a:defRPr>
            </a:pPr>
            <a:r>
              <a:t>Rs. 1,20,000/mo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Combined family income across shared categories.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Monitors groceries, school fees, and medical care.</a:t>
            </a:r>
          </a:p>
          <a:p>
            <a:pPr>
              <a:spcBef>
                <a:spcPts val="800"/>
              </a:spcBef>
              <a:defRPr sz="1100">
                <a:solidFill>
                  <a:srgbClr val="1E2621"/>
                </a:solidFill>
              </a:defRPr>
            </a:pPr>
            <a:r>
              <a:t>• Generates consolidated family savings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System Architecture &amp; Under The Hood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1. Front-End Layer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Pure HTML5, CSS3, &amp; Modern JavaScript.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Mobile-First Responsive Framework (phones, tablets, laptops).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Sticky Mobile Quick-Action Bar for easy recalculations.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Chart.js interactive category breakdown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3824"/>
                </a:solidFill>
              </a:defRPr>
            </a:pPr>
            <a:r>
              <a:t>2. Processing Engine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Offline-First Heuristic Budget Calculation Engine.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Real-time Indian 50-30-20 Rule Validator.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Interactive SIP &amp; Compound Interest Future Value Formula.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6-Month Emergency Runway Milestone Estimator.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3. Storage &amp; AI Layer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Google Gemini API integration for advanced cloud LLM analysis.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Browser LocalStorage for zero-login snapshot persistence.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Client-side jsPDF engine generating downloadable monthly reports.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Full Python Flask + SQLite backend architecture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PRODUCT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Platform Features &amp; Unique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Indian 50-30-20 Rule Check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Visual meters evaluating Needs (&lt;=50%), Wants (&lt;=30%), and Savings (&gt;=20%).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Dynamic Health Score (25-98/100) assessing monthly risk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SIP Compound Wealth Simulator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Interactive sliders simulating monthly SIP from Rs. 500 to Rs. 1,00,000.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Projects 1, 3, 5, and 10-year wealth corpus at historical Nifty 50 averages.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3824"/>
                </a:solidFill>
              </a:defRPr>
            </a:pPr>
            <a:r>
              <a:t>Instant PDF Report Export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1-click client-side document generator printing executive cashflow report.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Includes category distribution ledger and personalized advice roadmap.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1-Click Persona Preload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Instantly toggle between Salaried, Student, Freelancer, and Household.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Auto-populates realistic Indian rupee amounts and financial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Technology Stack &amp; System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3824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Programming Languages: Python 3.15, JavaScript (ES6+), HTML5, CSS3.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Web Frameworks: Flask, CORS-enabled REST API.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Database: SQLite3 for structured financial snapshot logging.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AI Engine: Google Gemini 1.5 Flash API connector + Local rules engine.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Visualization: Chart.js Canvas Rendering.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Document Engine: jsPDF client-side PDF synthesizer.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Hardware &amp; Browser Compatibility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Devices: Fully responsive on all mobile phones, tablets, and laptops.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Browsers: Chrome, Edge, Safari, Firefox, Opera.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Network: Works seamlessly on 4G, 5G, Jio, broadband, and offline.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Operating System: Windows, macOS, Linux, Android, iOS.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Cloud Hosting: Netlify Continuous Deployment (Git-synced).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3824"/>
                </a:solidFill>
              </a:defRPr>
            </a:pPr>
            <a:r>
              <a:t>Live Deployment &amp; Project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Project Delivery Status: 100% Complete &amp; Live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Live Production URL: https://quiet-stardust-eacb3c.netlify.app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Public Source Repository: https://github.com/tarunchavan2501-source/finvise-ai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Code Quality: Clean, self-contained single-page bundle with zero external CDN lock-in.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Language &amp; UI: Clear, simple everyday English customized for Indian public financial workflows.</a:t>
            </a:r>
          </a:p>
          <a:p>
            <a:pPr>
              <a:spcBef>
                <a:spcPts val="600"/>
              </a:spcBef>
              <a:defRPr sz="1200">
                <a:solidFill>
                  <a:srgbClr val="1E2621"/>
                </a:solidFill>
              </a:defRPr>
            </a:pPr>
            <a:r>
              <a:t>• Ready for Demonstration: All buttons, calculations, charts, simulators, and exports are fully tested and functional.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